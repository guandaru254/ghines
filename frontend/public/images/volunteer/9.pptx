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5400675" cy="3600450"/>
  <p:notesSz cx="3200400" cy="5029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08" autoAdjust="0"/>
    <p:restoredTop sz="94660"/>
  </p:normalViewPr>
  <p:slideViewPr>
    <p:cSldViewPr snapToGrid="0">
      <p:cViewPr varScale="1">
        <p:scale>
          <a:sx n="174" d="100"/>
          <a:sy n="174" d="100"/>
        </p:scale>
        <p:origin x="149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5051" y="589241"/>
            <a:ext cx="4590574" cy="1253490"/>
          </a:xfrm>
        </p:spPr>
        <p:txBody>
          <a:bodyPr anchor="b"/>
          <a:lstStyle>
            <a:lvl1pPr algn="ctr"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5085" y="1891070"/>
            <a:ext cx="4050506" cy="869275"/>
          </a:xfrm>
        </p:spPr>
        <p:txBody>
          <a:bodyPr/>
          <a:lstStyle>
            <a:lvl1pPr marL="0" indent="0" algn="ctr">
              <a:buNone/>
              <a:defRPr sz="1260"/>
            </a:lvl1pPr>
            <a:lvl2pPr marL="240030" indent="0" algn="ctr">
              <a:buNone/>
              <a:defRPr sz="1050"/>
            </a:lvl2pPr>
            <a:lvl3pPr marL="480060" indent="0" algn="ctr">
              <a:buNone/>
              <a:defRPr sz="945"/>
            </a:lvl3pPr>
            <a:lvl4pPr marL="720090" indent="0" algn="ctr">
              <a:buNone/>
              <a:defRPr sz="840"/>
            </a:lvl4pPr>
            <a:lvl5pPr marL="960120" indent="0" algn="ctr">
              <a:buNone/>
              <a:defRPr sz="840"/>
            </a:lvl5pPr>
            <a:lvl6pPr marL="1200150" indent="0" algn="ctr">
              <a:buNone/>
              <a:defRPr sz="840"/>
            </a:lvl6pPr>
            <a:lvl7pPr marL="1440180" indent="0" algn="ctr">
              <a:buNone/>
              <a:defRPr sz="840"/>
            </a:lvl7pPr>
            <a:lvl8pPr marL="1680210" indent="0" algn="ctr">
              <a:buNone/>
              <a:defRPr sz="840"/>
            </a:lvl8pPr>
            <a:lvl9pPr marL="1920240" indent="0" algn="ctr">
              <a:buNone/>
              <a:defRPr sz="8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6BAFD-01C7-4222-9A3D-B4C4767FF336}" type="datetimeFigureOut">
              <a:rPr lang="en-GB" smtClean="0"/>
              <a:t>29/09/2022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7B331-C97C-4B9B-8650-044AEC5446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4895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6BAFD-01C7-4222-9A3D-B4C4767FF336}" type="datetimeFigureOut">
              <a:rPr lang="en-GB" smtClean="0"/>
              <a:t>29/09/2022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7B331-C97C-4B9B-8650-044AEC5446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6411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484" y="897613"/>
            <a:ext cx="4658082" cy="1497687"/>
          </a:xfrm>
        </p:spPr>
        <p:txBody>
          <a:bodyPr anchor="b"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484" y="2409469"/>
            <a:ext cx="4658082" cy="787598"/>
          </a:xfrm>
        </p:spPr>
        <p:txBody>
          <a:bodyPr/>
          <a:lstStyle>
            <a:lvl1pPr marL="0" indent="0">
              <a:buNone/>
              <a:defRPr sz="1260">
                <a:solidFill>
                  <a:schemeClr val="tx1"/>
                </a:solidFill>
              </a:defRPr>
            </a:lvl1pPr>
            <a:lvl2pPr marL="24003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2pPr>
            <a:lvl3pPr marL="4800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3pPr>
            <a:lvl4pPr marL="72009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4pPr>
            <a:lvl5pPr marL="96012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5pPr>
            <a:lvl6pPr marL="120015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6pPr>
            <a:lvl7pPr marL="144018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7pPr>
            <a:lvl8pPr marL="168021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8pPr>
            <a:lvl9pPr marL="192024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6BAFD-01C7-4222-9A3D-B4C4767FF336}" type="datetimeFigureOut">
              <a:rPr lang="en-GB" smtClean="0"/>
              <a:t>29/09/2022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7B331-C97C-4B9B-8650-044AEC5446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6149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296" y="958453"/>
            <a:ext cx="2295287" cy="2284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34092" y="958453"/>
            <a:ext cx="2295287" cy="2284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6BAFD-01C7-4222-9A3D-B4C4767FF336}" type="datetimeFigureOut">
              <a:rPr lang="en-GB" smtClean="0"/>
              <a:t>29/09/2022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7B331-C97C-4B9B-8650-044AEC5446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8944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191691"/>
            <a:ext cx="4658082" cy="6959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2001" y="882610"/>
            <a:ext cx="2284738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2001" y="1315164"/>
            <a:ext cx="2284738" cy="19344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34092" y="882610"/>
            <a:ext cx="2295990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34092" y="1315164"/>
            <a:ext cx="2295990" cy="19344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6BAFD-01C7-4222-9A3D-B4C4767FF336}" type="datetimeFigureOut">
              <a:rPr lang="en-GB" smtClean="0"/>
              <a:t>29/09/2022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7B331-C97C-4B9B-8650-044AEC5446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9857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6BAFD-01C7-4222-9A3D-B4C4767FF336}" type="datetimeFigureOut">
              <a:rPr lang="en-GB" smtClean="0"/>
              <a:t>29/09/2022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7B331-C97C-4B9B-8650-044AEC5446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471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6BAFD-01C7-4222-9A3D-B4C4767FF336}" type="datetimeFigureOut">
              <a:rPr lang="en-GB" smtClean="0"/>
              <a:t>29/09/2022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7B331-C97C-4B9B-8650-044AEC5446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8589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240030"/>
            <a:ext cx="1741858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5990" y="518399"/>
            <a:ext cx="2734092" cy="2558653"/>
          </a:xfrm>
        </p:spPr>
        <p:txBody>
          <a:bodyPr/>
          <a:lstStyle>
            <a:lvl1pPr>
              <a:defRPr sz="1680"/>
            </a:lvl1pPr>
            <a:lvl2pPr>
              <a:defRPr sz="1470"/>
            </a:lvl2pPr>
            <a:lvl3pPr>
              <a:defRPr sz="126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1080135"/>
            <a:ext cx="1741858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6BAFD-01C7-4222-9A3D-B4C4767FF336}" type="datetimeFigureOut">
              <a:rPr lang="en-GB" smtClean="0"/>
              <a:t>29/09/2022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7B331-C97C-4B9B-8650-044AEC5446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9145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240030"/>
            <a:ext cx="1741858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95990" y="518399"/>
            <a:ext cx="2734092" cy="2558653"/>
          </a:xfrm>
        </p:spPr>
        <p:txBody>
          <a:bodyPr anchor="t"/>
          <a:lstStyle>
            <a:lvl1pPr marL="0" indent="0">
              <a:buNone/>
              <a:defRPr sz="1680"/>
            </a:lvl1pPr>
            <a:lvl2pPr marL="240030" indent="0">
              <a:buNone/>
              <a:defRPr sz="1470"/>
            </a:lvl2pPr>
            <a:lvl3pPr marL="480060" indent="0">
              <a:buNone/>
              <a:defRPr sz="1260"/>
            </a:lvl3pPr>
            <a:lvl4pPr marL="720090" indent="0">
              <a:buNone/>
              <a:defRPr sz="1050"/>
            </a:lvl4pPr>
            <a:lvl5pPr marL="960120" indent="0">
              <a:buNone/>
              <a:defRPr sz="1050"/>
            </a:lvl5pPr>
            <a:lvl6pPr marL="1200150" indent="0">
              <a:buNone/>
              <a:defRPr sz="1050"/>
            </a:lvl6pPr>
            <a:lvl7pPr marL="1440180" indent="0">
              <a:buNone/>
              <a:defRPr sz="1050"/>
            </a:lvl7pPr>
            <a:lvl8pPr marL="1680210" indent="0">
              <a:buNone/>
              <a:defRPr sz="1050"/>
            </a:lvl8pPr>
            <a:lvl9pPr marL="1920240" indent="0">
              <a:buNone/>
              <a:defRPr sz="105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1080135"/>
            <a:ext cx="1741858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6BAFD-01C7-4222-9A3D-B4C4767FF336}" type="datetimeFigureOut">
              <a:rPr lang="en-GB" smtClean="0"/>
              <a:t>29/09/2022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7B331-C97C-4B9B-8650-044AEC5446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2987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6BAFD-01C7-4222-9A3D-B4C4767FF336}" type="datetimeFigureOut">
              <a:rPr lang="en-GB" smtClean="0"/>
              <a:t>29/09/2022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7B331-C97C-4B9B-8650-044AEC5446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0094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64858" y="191691"/>
            <a:ext cx="1164521" cy="30512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1297" y="191691"/>
            <a:ext cx="3426053" cy="30512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6BAFD-01C7-4222-9A3D-B4C4767FF336}" type="datetimeFigureOut">
              <a:rPr lang="en-GB" smtClean="0"/>
              <a:t>29/09/2022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7B331-C97C-4B9B-8650-044AEC5446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7870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1297" y="191691"/>
            <a:ext cx="4658082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1297" y="958453"/>
            <a:ext cx="4658082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1296" y="3337084"/>
            <a:ext cx="1215152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D6BAFD-01C7-4222-9A3D-B4C4767FF336}" type="datetimeFigureOut">
              <a:rPr lang="en-GB" smtClean="0"/>
              <a:t>29/09/2022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88974" y="3337084"/>
            <a:ext cx="1822728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4227" y="3337084"/>
            <a:ext cx="1215152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7B331-C97C-4B9B-8650-044AEC5446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1030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80060" rtl="0" eaLnBrk="1" latinLnBrk="0" hangingPunct="1">
        <a:lnSpc>
          <a:spcPct val="90000"/>
        </a:lnSpc>
        <a:spcBef>
          <a:spcPct val="0"/>
        </a:spcBef>
        <a:buNone/>
        <a:defRPr sz="23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015" indent="-120015" algn="l" defTabSz="48006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0007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4010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108013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32016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56019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204025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20015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68021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person, person, suit, wearing&#10;&#10;Description automatically generated">
            <a:extLst>
              <a:ext uri="{FF2B5EF4-FFF2-40B4-BE49-F238E27FC236}">
                <a16:creationId xmlns:a16="http://schemas.microsoft.com/office/drawing/2014/main" id="{28AD0A3E-BB19-7F87-0C56-408D5B75B0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12" y="49475"/>
            <a:ext cx="1315888" cy="1691856"/>
          </a:xfrm>
          <a:prstGeom prst="rect">
            <a:avLst/>
          </a:prstGeom>
        </p:spPr>
      </p:pic>
      <p:pic>
        <p:nvPicPr>
          <p:cNvPr id="14" name="Picture 13" descr="A picture containing person, person, suit, wearing&#10;&#10;Description automatically generated">
            <a:extLst>
              <a:ext uri="{FF2B5EF4-FFF2-40B4-BE49-F238E27FC236}">
                <a16:creationId xmlns:a16="http://schemas.microsoft.com/office/drawing/2014/main" id="{E309AD6D-3187-AA67-431A-B26A4E621F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4449" y="1800225"/>
            <a:ext cx="1315888" cy="1691856"/>
          </a:xfrm>
          <a:prstGeom prst="rect">
            <a:avLst/>
          </a:prstGeom>
        </p:spPr>
      </p:pic>
      <p:pic>
        <p:nvPicPr>
          <p:cNvPr id="15" name="Picture 14" descr="A picture containing person, person, suit, wearing&#10;&#10;Description automatically generated">
            <a:extLst>
              <a:ext uri="{FF2B5EF4-FFF2-40B4-BE49-F238E27FC236}">
                <a16:creationId xmlns:a16="http://schemas.microsoft.com/office/drawing/2014/main" id="{B10B73FF-9D0E-F5FE-BF45-45E4916A0A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3186" y="1800225"/>
            <a:ext cx="1315888" cy="1691856"/>
          </a:xfrm>
          <a:prstGeom prst="rect">
            <a:avLst/>
          </a:prstGeom>
        </p:spPr>
      </p:pic>
      <p:pic>
        <p:nvPicPr>
          <p:cNvPr id="16" name="Picture 15" descr="A picture containing person, person, suit, wearing&#10;&#10;Description automatically generated">
            <a:extLst>
              <a:ext uri="{FF2B5EF4-FFF2-40B4-BE49-F238E27FC236}">
                <a16:creationId xmlns:a16="http://schemas.microsoft.com/office/drawing/2014/main" id="{FE5E8874-80BB-2A8C-6361-8C56012D27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12" y="1800225"/>
            <a:ext cx="1315888" cy="1691856"/>
          </a:xfrm>
          <a:prstGeom prst="rect">
            <a:avLst/>
          </a:prstGeom>
        </p:spPr>
      </p:pic>
      <p:pic>
        <p:nvPicPr>
          <p:cNvPr id="17" name="Picture 16" descr="A picture containing person, person, suit, wearing&#10;&#10;Description automatically generated">
            <a:extLst>
              <a:ext uri="{FF2B5EF4-FFF2-40B4-BE49-F238E27FC236}">
                <a16:creationId xmlns:a16="http://schemas.microsoft.com/office/drawing/2014/main" id="{40C2E1C7-6C3B-96B4-A2E0-26BCECDAD6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4449" y="49475"/>
            <a:ext cx="1315888" cy="1691856"/>
          </a:xfrm>
          <a:prstGeom prst="rect">
            <a:avLst/>
          </a:prstGeom>
        </p:spPr>
      </p:pic>
      <p:pic>
        <p:nvPicPr>
          <p:cNvPr id="18" name="Picture 17" descr="A picture containing person, person, suit, wearing&#10;&#10;Description automatically generated">
            <a:extLst>
              <a:ext uri="{FF2B5EF4-FFF2-40B4-BE49-F238E27FC236}">
                <a16:creationId xmlns:a16="http://schemas.microsoft.com/office/drawing/2014/main" id="{EA6F6488-8772-2D47-A6EB-D45A76FC20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3186" y="49475"/>
            <a:ext cx="1315888" cy="1691856"/>
          </a:xfrm>
          <a:prstGeom prst="rect">
            <a:avLst/>
          </a:prstGeom>
        </p:spPr>
      </p:pic>
      <p:pic>
        <p:nvPicPr>
          <p:cNvPr id="19" name="Picture 18" descr="A picture containing person, person, suit, wearing&#10;&#10;Description automatically generated">
            <a:extLst>
              <a:ext uri="{FF2B5EF4-FFF2-40B4-BE49-F238E27FC236}">
                <a16:creationId xmlns:a16="http://schemas.microsoft.com/office/drawing/2014/main" id="{64D63182-E397-5C14-0508-AB0ADA75C3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1923" y="49475"/>
            <a:ext cx="1315888" cy="1691856"/>
          </a:xfrm>
          <a:prstGeom prst="rect">
            <a:avLst/>
          </a:prstGeom>
        </p:spPr>
      </p:pic>
      <p:pic>
        <p:nvPicPr>
          <p:cNvPr id="20" name="Picture 19" descr="A picture containing person, person, suit, wearing&#10;&#10;Description automatically generated">
            <a:extLst>
              <a:ext uri="{FF2B5EF4-FFF2-40B4-BE49-F238E27FC236}">
                <a16:creationId xmlns:a16="http://schemas.microsoft.com/office/drawing/2014/main" id="{53AF120A-BD4B-8101-2668-EAE3671888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1923" y="1800225"/>
            <a:ext cx="1315888" cy="1691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263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George Ghines</dc:creator>
  <cp:lastModifiedBy>George Ghines</cp:lastModifiedBy>
  <cp:revision>1</cp:revision>
  <cp:lastPrinted>2022-09-29T14:24:43Z</cp:lastPrinted>
  <dcterms:created xsi:type="dcterms:W3CDTF">2022-09-29T14:16:31Z</dcterms:created>
  <dcterms:modified xsi:type="dcterms:W3CDTF">2022-09-29T14:29:24Z</dcterms:modified>
</cp:coreProperties>
</file>